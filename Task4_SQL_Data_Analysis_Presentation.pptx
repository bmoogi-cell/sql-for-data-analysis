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4: SQL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Analyst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SQL queries to extract and analyze data from an E-commerce dataset. Practice using SELECT, WHERE, GROUP BY, JOINS, subqueries, and views for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SQL Server Management Studio (SSMS 2021)</a:t>
            </a:r>
          </a:p>
          <a:p>
            <a:r>
              <a:t>2. SQL Database (EcommerceDB)</a:t>
            </a:r>
          </a:p>
          <a:p>
            <a:r>
              <a:t>3. GitHub for submission and version control</a:t>
            </a:r>
          </a:p>
          <a:p>
            <a:r>
              <a:t>4. Microsoft PowerPoint for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Created database and tables (Customers, Products, Orders, OrderDetails)</a:t>
            </a:r>
          </a:p>
          <a:p>
            <a:r>
              <a:t>2. Inserted sample e-commerce data</a:t>
            </a:r>
          </a:p>
          <a:p>
            <a:r>
              <a:t>3. Performed data analysis using SQL queries:</a:t>
            </a:r>
          </a:p>
          <a:p>
            <a:r>
              <a:t>   - SELECT, WHERE, GROUP BY</a:t>
            </a:r>
          </a:p>
          <a:p>
            <a:r>
              <a:t>   - JOINS (INNER, LEFT)</a:t>
            </a:r>
          </a:p>
          <a:p>
            <a:r>
              <a:t>   - Subqueries and Views</a:t>
            </a:r>
          </a:p>
          <a:p>
            <a:r>
              <a:t>4. Created an index for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SELECT * FROM Orders;</a:t>
            </a:r>
          </a:p>
          <a:p>
            <a:r>
              <a:t>• SELECT CustomerID, SUM(TotalAmount) FROM Orders GROUP BY CustomerID;</a:t>
            </a:r>
          </a:p>
          <a:p>
            <a:r>
              <a:t>• INNER JOIN Customers and Orders to find purchase details;</a:t>
            </a:r>
          </a:p>
          <a:p>
            <a:r>
              <a:t>• Created view vTopCustomers for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Learned to manipulate and query structured data using SQL.</a:t>
            </a:r>
          </a:p>
          <a:p>
            <a:r>
              <a:t>• Developed skills in database creation, joins, subqueries, and views.</a:t>
            </a:r>
          </a:p>
          <a:p>
            <a:r>
              <a:t>• Gained hands-on experience with SQL Server and data optimization.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Difference between WHERE and HAVING?</a:t>
            </a:r>
          </a:p>
          <a:p>
            <a:r>
              <a:t>2. What are different types of JOINS?</a:t>
            </a:r>
          </a:p>
          <a:p>
            <a:r>
              <a:t>3. How to calculate average revenue per user in SQL?</a:t>
            </a:r>
          </a:p>
          <a:p>
            <a:r>
              <a:t>4. What is a subquery?</a:t>
            </a:r>
          </a:p>
          <a:p>
            <a:r>
              <a:t>5. How to optimize SQL queries?</a:t>
            </a:r>
          </a:p>
          <a:p>
            <a:r>
              <a:t>6. What is a view and its benefits?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